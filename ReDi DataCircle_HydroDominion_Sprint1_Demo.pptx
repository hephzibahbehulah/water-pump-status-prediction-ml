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Assistant"/>
      <p:regular r:id="rId15"/>
      <p:bold r:id="rId16"/>
    </p:embeddedFont>
    <p:embeddedFont>
      <p:font typeface="Quattrocento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3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3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Assistant-regular.fntdata"/><Relationship Id="rId14" Type="http://schemas.openxmlformats.org/officeDocument/2006/relationships/slide" Target="slides/slide9.xml"/><Relationship Id="rId17" Type="http://schemas.openxmlformats.org/officeDocument/2006/relationships/font" Target="fonts/QuattrocentoSans-regular.fntdata"/><Relationship Id="rId16" Type="http://schemas.openxmlformats.org/officeDocument/2006/relationships/font" Target="fonts/Assistant-bold.fntdata"/><Relationship Id="rId19" Type="http://schemas.openxmlformats.org/officeDocument/2006/relationships/font" Target="fonts/QuattrocentoSans-italic.fntdata"/><Relationship Id="rId18" Type="http://schemas.openxmlformats.org/officeDocument/2006/relationships/font" Target="fonts/Quattrocento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67fcb36f7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67fcb36f7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67fcb36f7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67fcb36f7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 type="secHead">
  <p:cSld name="SECTION_HEADER">
    <p:bg>
      <p:bgPr>
        <a:noFill/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bg>
      <p:bgPr>
        <a:noFill/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7000" y="4663200"/>
            <a:ext cx="9144000" cy="4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311700" y="214884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311700" y="679950"/>
            <a:ext cx="3999000" cy="227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311700" y="2950350"/>
            <a:ext cx="3999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" name="Google Shape;27;p4"/>
          <p:cNvSpPr txBox="1"/>
          <p:nvPr>
            <p:ph idx="2" type="body"/>
          </p:nvPr>
        </p:nvSpPr>
        <p:spPr>
          <a:xfrm>
            <a:off x="4939500" y="342900"/>
            <a:ext cx="3419400" cy="4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and contact">
  <p:cSld name="MAIN_POINT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31" name="Google Shape;31;p5"/>
          <p:cNvGrpSpPr/>
          <p:nvPr/>
        </p:nvGrpSpPr>
        <p:grpSpPr>
          <a:xfrm rot="2700000">
            <a:off x="585686" y="481414"/>
            <a:ext cx="694882" cy="564848"/>
            <a:chOff x="919500" y="1916075"/>
            <a:chExt cx="1067700" cy="867900"/>
          </a:xfrm>
        </p:grpSpPr>
        <p:sp>
          <p:nvSpPr>
            <p:cNvPr id="32" name="Google Shape;32;p5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" name="Google Shape;34;p5"/>
          <p:cNvGrpSpPr/>
          <p:nvPr/>
        </p:nvGrpSpPr>
        <p:grpSpPr>
          <a:xfrm rot="8100000">
            <a:off x="7746891" y="3437651"/>
            <a:ext cx="912919" cy="742084"/>
            <a:chOff x="521400" y="3135325"/>
            <a:chExt cx="1067700" cy="867900"/>
          </a:xfrm>
        </p:grpSpPr>
        <p:sp>
          <p:nvSpPr>
            <p:cNvPr id="35" name="Google Shape;35;p5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5"/>
          <p:cNvSpPr txBox="1"/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ctrTitle"/>
          </p:nvPr>
        </p:nvSpPr>
        <p:spPr>
          <a:xfrm>
            <a:off x="311725" y="1243584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" type="subTitle"/>
          </p:nvPr>
        </p:nvSpPr>
        <p:spPr>
          <a:xfrm>
            <a:off x="311725" y="3019874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0" y="1243584"/>
            <a:ext cx="128100" cy="256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6400750" y="2400375"/>
            <a:ext cx="2743242" cy="2743120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4" name="Google Shape;44;p6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rPr b="1" i="0" lang="en-GB" sz="10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b="1" i="0" sz="10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8414775" y="4244650"/>
            <a:ext cx="418647" cy="418572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46" name="Google Shape;46;p6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" name="Google Shape;47;p6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48" name="Google Shape;48;p6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" name="Google Shape;49;p6"/>
            <p:cNvPicPr preferRelativeResize="0"/>
            <p:nvPr/>
          </p:nvPicPr>
          <p:blipFill rotWithShape="1">
            <a:blip r:embed="rId2">
              <a:alphaModFix/>
            </a:blip>
            <a:srcRect b="0" l="377" r="387" t="0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bg>
      <p:bgPr>
        <a:noFill/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 1">
  <p:cSld name="BIG_NUMBER_1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10"/>
          <p:cNvSpPr txBox="1"/>
          <p:nvPr>
            <p:ph idx="2" type="title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3" type="body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4" type="title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5" type="body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 2">
  <p:cSld name="BIG_NUMBER_1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5" name="Google Shape;75;p11"/>
          <p:cNvSpPr txBox="1"/>
          <p:nvPr>
            <p:ph idx="2" type="title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3" type="body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4" type="title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5" type="body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enutzerdefiniertes Layout &quot;1&quot;">
  <p:cSld name="CUSTOM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2"/>
          <p:cNvSpPr/>
          <p:nvPr/>
        </p:nvSpPr>
        <p:spPr>
          <a:xfrm>
            <a:off x="7000" y="4663200"/>
            <a:ext cx="9144000" cy="4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2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2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2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311700" y="342900"/>
            <a:ext cx="28080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311700" y="1209300"/>
            <a:ext cx="2808000" cy="3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ctrTitle"/>
          </p:nvPr>
        </p:nvSpPr>
        <p:spPr>
          <a:xfrm>
            <a:off x="311700" y="1239060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8" name="Google Shape;108;p16"/>
          <p:cNvSpPr txBox="1"/>
          <p:nvPr>
            <p:ph idx="1" type="subTitle"/>
          </p:nvPr>
        </p:nvSpPr>
        <p:spPr>
          <a:xfrm>
            <a:off x="311700" y="3015350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10" name="Google Shape;110;p16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111" name="Google Shape;111;p16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2" name="Google Shape;112;p16"/>
            <p:cNvPicPr preferRelativeResize="0"/>
            <p:nvPr/>
          </p:nvPicPr>
          <p:blipFill rotWithShape="1">
            <a:blip r:embed="rId2">
              <a:alphaModFix/>
            </a:blip>
            <a:srcRect b="0" l="377" r="387" t="0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6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7000" y="-7000"/>
            <a:ext cx="9144000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893140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7000" y="4798125"/>
            <a:ext cx="9144000" cy="3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6400750" y="2400375"/>
            <a:ext cx="2743242" cy="2743120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9" name="Google Shape;119;p16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rPr b="1" i="0" lang="en-GB" sz="10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b="1" i="0" sz="10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8414775" y="4244650"/>
            <a:ext cx="418647" cy="418572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3117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4" name="Google Shape;124;p17"/>
          <p:cNvSpPr txBox="1"/>
          <p:nvPr>
            <p:ph idx="2" type="body"/>
          </p:nvPr>
        </p:nvSpPr>
        <p:spPr>
          <a:xfrm>
            <a:off x="48324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AND_TWO_COLUMNS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" name="Google Shape;128;p18"/>
          <p:cNvSpPr txBox="1"/>
          <p:nvPr>
            <p:ph idx="1" type="body"/>
          </p:nvPr>
        </p:nvSpPr>
        <p:spPr>
          <a:xfrm>
            <a:off x="311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9" name="Google Shape;129;p18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8"/>
          <p:cNvSpPr txBox="1"/>
          <p:nvPr>
            <p:ph idx="2" type="body"/>
          </p:nvPr>
        </p:nvSpPr>
        <p:spPr>
          <a:xfrm>
            <a:off x="6152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" name="Google Shape;131;p18"/>
          <p:cNvSpPr txBox="1"/>
          <p:nvPr>
            <p:ph idx="3" type="body"/>
          </p:nvPr>
        </p:nvSpPr>
        <p:spPr>
          <a:xfrm>
            <a:off x="32322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" name="Google Shape;134;p19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311700" y="342900"/>
            <a:ext cx="65418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</a:lstStyle>
          <a:p/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hasCustomPrompt="1" type="title"/>
          </p:nvPr>
        </p:nvSpPr>
        <p:spPr>
          <a:xfrm>
            <a:off x="311700" y="898300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1700" y="2944400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 3">
  <p:cSld name="BIG_NUMBER_1_3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9" name="Google Shape;149;p23"/>
          <p:cNvSpPr txBox="1"/>
          <p:nvPr>
            <p:ph idx="2" type="title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3" type="body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4" type="title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5" type="body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BIG_NUMBER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24"/>
          <p:cNvSpPr txBox="1"/>
          <p:nvPr>
            <p:ph idx="2" type="title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58" name="Google Shape;158;p24"/>
          <p:cNvSpPr txBox="1"/>
          <p:nvPr>
            <p:ph idx="3" type="body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9" name="Google Shape;159;p24"/>
          <p:cNvSpPr txBox="1"/>
          <p:nvPr>
            <p:ph idx="4" type="title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60" name="Google Shape;160;p24"/>
          <p:cNvSpPr txBox="1"/>
          <p:nvPr>
            <p:ph idx="5" type="body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 1">
  <p:cSld name="SECTION_HEADER_2">
    <p:bg>
      <p:bgPr>
        <a:noFill/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5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1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1pPr>
            <a:lvl2pPr indent="-29845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6" name="Google Shape;166;p2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ssistant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ssistant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ssistant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ssistant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ssistant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ssistant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ssistant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ssistant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ssistant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8325" y="131850"/>
            <a:ext cx="1107727" cy="2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quare photo">
  <p:cSld name="Title square photo">
    <p:bg>
      <p:bgPr>
        <a:solidFill>
          <a:schemeClr val="dk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icrosoft logo" id="170" name="Google Shape;170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76413" y="439341"/>
            <a:ext cx="1024685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8"/>
          <p:cNvSpPr txBox="1"/>
          <p:nvPr>
            <p:ph type="title"/>
          </p:nvPr>
        </p:nvSpPr>
        <p:spPr>
          <a:xfrm>
            <a:off x="409575" y="2497277"/>
            <a:ext cx="26409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E6FF"/>
              </a:buClr>
              <a:buSzPts val="2400"/>
              <a:buFont typeface="Quattrocento Sans"/>
              <a:buNone/>
              <a:defRPr sz="2400">
                <a:solidFill>
                  <a:srgbClr val="50E6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418290" y="3557588"/>
            <a:ext cx="2627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04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3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/>
            </a:lvl9pPr>
          </a:lstStyle>
          <a:p/>
        </p:txBody>
      </p:sp>
      <p:pic>
        <p:nvPicPr>
          <p:cNvPr descr="Logo&#10;&#10;Description automatically generated" id="173" name="Google Shape;17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49" y="439341"/>
            <a:ext cx="898957" cy="219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28"/>
          <p:cNvCxnSpPr/>
          <p:nvPr/>
        </p:nvCxnSpPr>
        <p:spPr>
          <a:xfrm>
            <a:off x="1557338" y="439341"/>
            <a:ext cx="0" cy="219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b="1" i="0" sz="28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b="0" i="0" sz="18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8458848" y="343116"/>
            <a:ext cx="381300" cy="576000"/>
            <a:chOff x="8458848" y="343116"/>
            <a:chExt cx="381300" cy="576000"/>
          </a:xfrm>
        </p:grpSpPr>
        <p:sp>
          <p:nvSpPr>
            <p:cNvPr id="10" name="Google Shape;10;p1"/>
            <p:cNvSpPr/>
            <p:nvPr/>
          </p:nvSpPr>
          <p:spPr>
            <a:xfrm>
              <a:off x="8458848" y="343116"/>
              <a:ext cx="381300" cy="57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Google Shape;11;p1"/>
            <p:cNvPicPr preferRelativeResize="0"/>
            <p:nvPr/>
          </p:nvPicPr>
          <p:blipFill rotWithShape="1">
            <a:blip r:embed="rId1">
              <a:alphaModFix/>
            </a:blip>
            <a:srcRect b="0" l="79" r="79" t="0"/>
            <a:stretch/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65701" y="738600"/>
            <a:ext cx="90126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GB">
                <a:highlight>
                  <a:schemeClr val="lt1"/>
                </a:highlight>
              </a:rPr>
              <a:t>.</a:t>
            </a:r>
            <a:r>
              <a:rPr lang="en-GB">
                <a:solidFill>
                  <a:schemeClr val="accent4"/>
                </a:solidFill>
                <a:highlight>
                  <a:schemeClr val="lt1"/>
                </a:highlight>
              </a:rPr>
              <a:t>Course: Data Circle          </a:t>
            </a:r>
            <a:r>
              <a:rPr lang="en-GB">
                <a:solidFill>
                  <a:schemeClr val="accent4"/>
                </a:solidFill>
                <a:highlight>
                  <a:schemeClr val="lt1"/>
                </a:highlight>
              </a:rPr>
              <a:t>Project: Water Pump</a:t>
            </a:r>
            <a:r>
              <a:rPr lang="en-GB">
                <a:highlight>
                  <a:schemeClr val="lt1"/>
                </a:highlight>
              </a:rPr>
              <a:t>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GB"/>
              <a:t>Sprint: 1         </a:t>
            </a:r>
            <a:r>
              <a:rPr lang="en-GB"/>
              <a:t>Group: Hydro Dominion         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80" name="Google Shape;180;p29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625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1" name="Google Shape;181;p29"/>
          <p:cNvPicPr preferRelativeResize="0"/>
          <p:nvPr/>
        </p:nvPicPr>
        <p:blipFill rotWithShape="1">
          <a:blip r:embed="rId3">
            <a:alphaModFix/>
          </a:blip>
          <a:srcRect b="20681" l="-2465" r="6569" t="-10714"/>
          <a:stretch/>
        </p:blipFill>
        <p:spPr>
          <a:xfrm>
            <a:off x="389475" y="1321025"/>
            <a:ext cx="8564476" cy="371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187" name="Google Shape;1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227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2507" y="1380067"/>
            <a:ext cx="5471456" cy="3010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625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4" name="Google Shape;19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227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32342"/>
            <a:ext cx="6286659" cy="3458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625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1" name="Google Shape;20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227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2"/>
          <p:cNvPicPr preferRelativeResize="0"/>
          <p:nvPr/>
        </p:nvPicPr>
        <p:blipFill rotWithShape="1">
          <a:blip r:embed="rId4">
            <a:alphaModFix/>
          </a:blip>
          <a:srcRect b="0" l="-8000" r="8000" t="0"/>
          <a:stretch/>
        </p:blipFill>
        <p:spPr>
          <a:xfrm>
            <a:off x="1131175" y="1482542"/>
            <a:ext cx="6286659" cy="3458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8" name="Google Shape;20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50" y="323025"/>
            <a:ext cx="8253176" cy="466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45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6289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24" name="Google Shape;22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227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32467"/>
            <a:ext cx="6286659" cy="3458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625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31" name="Google Shape;23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0300" y="3741600"/>
            <a:ext cx="1294897" cy="137475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7"/>
          <p:cNvSpPr/>
          <p:nvPr/>
        </p:nvSpPr>
        <p:spPr>
          <a:xfrm>
            <a:off x="1484925" y="2364748"/>
            <a:ext cx="5749800" cy="445800"/>
          </a:xfrm>
          <a:prstGeom prst="rect">
            <a:avLst/>
          </a:prstGeom>
          <a:solidFill>
            <a:srgbClr val="9ACDD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</a:pPr>
            <a:r>
              <a:rPr b="0" i="1" lang="en-GB" sz="126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A big </a:t>
            </a:r>
            <a:r>
              <a:rPr b="0" i="1" lang="en-GB" sz="1260" u="none" cap="none" strike="noStrike">
                <a:solidFill>
                  <a:schemeClr val="accent4"/>
                </a:solidFill>
                <a:latin typeface="Assistant"/>
                <a:ea typeface="Assistant"/>
                <a:cs typeface="Assistant"/>
                <a:sym typeface="Assistant"/>
              </a:rPr>
              <a:t>Thank You</a:t>
            </a:r>
            <a:r>
              <a:rPr b="0" i="1" lang="en-GB" sz="126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to all TEACHERS of </a:t>
            </a:r>
            <a:r>
              <a:rPr i="1" lang="en-GB" sz="126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Data Circle </a:t>
            </a:r>
            <a:r>
              <a:rPr b="0" i="1" lang="en-GB" sz="126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 and the entire ReDI family!</a:t>
            </a:r>
            <a:endParaRPr b="0" i="1" sz="126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</a:pPr>
            <a:r>
              <a:t/>
            </a:r>
            <a:endParaRPr b="0" i="0" sz="126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